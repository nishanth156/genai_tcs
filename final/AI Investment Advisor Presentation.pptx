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Urbanist Medium"/>
      <p:regular r:id="rId14"/>
      <p:bold r:id="rId15"/>
      <p:italic r:id="rId16"/>
      <p:boldItalic r:id="rId17"/>
    </p:embeddedFon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Medium-bold.fntdata"/><Relationship Id="rId14" Type="http://schemas.openxmlformats.org/officeDocument/2006/relationships/font" Target="fonts/UrbanistMedium-regular.fntdata"/><Relationship Id="rId17" Type="http://schemas.openxmlformats.org/officeDocument/2006/relationships/font" Target="fonts/UrbanistMedium-boldItalic.fntdata"/><Relationship Id="rId16" Type="http://schemas.openxmlformats.org/officeDocument/2006/relationships/font" Target="fonts/Urbanist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.fntdata"/><Relationship Id="rId6" Type="http://schemas.openxmlformats.org/officeDocument/2006/relationships/slide" Target="slides/slide1.xml"/><Relationship Id="rId18" Type="http://schemas.openxmlformats.org/officeDocument/2006/relationships/font" Target="fonts/Urbani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2" Type="http://schemas.openxmlformats.org/officeDocument/2006/relationships/image" Target="../media/image3.png"/><Relationship Id="rId9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374701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AI Personal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Investment Advisor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054673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Intelligent Wealth Management Powered by GenAI &amp; Real-Time Market Agents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971800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95275" y="3200400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Vision: </a:t>
            </a: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Automating Financial Intelligence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64807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Bridging the gap between complex market data and personalized human goals.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1038225"/>
            <a:ext cx="5295900" cy="533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047750"/>
            <a:ext cx="5276850" cy="53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485775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Personalized Advisory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Engine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57250" y="1190625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Dynamic User Profiling: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Advice adjusted for risk appetite, income, and specific financial milestones.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57250" y="1895475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Real-Time Insights: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Integrated agents fetch live indices for S&amp;P 500, Nasdaq, and Crypto.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57250" y="2600325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High-Speed Synthesis: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Utilizing Groq-powered Llama 3 for near-instant portfolio generation.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1095375"/>
            <a:ext cx="571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1800225"/>
            <a:ext cx="571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2505075"/>
            <a:ext cx="571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23950"/>
            <a:ext cx="5429250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123950"/>
            <a:ext cx="5429250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00475"/>
            <a:ext cx="5429250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3800475"/>
            <a:ext cx="5429250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4192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14192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40957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40957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15621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29400" y="15621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9650" y="42386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29400" y="42386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Core Technical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Framework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66775" y="2038350"/>
            <a:ext cx="50806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Expert Prompting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66775" y="2628900"/>
            <a:ext cx="48387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Sophisticated prompt engineering defines the financial expert persona for high-fidelity reasoning.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486525" y="2038350"/>
            <a:ext cx="50806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Agentic Logic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486525" y="2628900"/>
            <a:ext cx="48387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Autonomous tools (yFinance) bridge the gap between LLM static training and live market volatility.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66775" y="4714875"/>
            <a:ext cx="50806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Responsible AI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66775" y="5305425"/>
            <a:ext cx="48387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Automated compliance disclaimers ensure safe and ethical financial recommendations.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486525" y="4714875"/>
            <a:ext cx="50806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Rapid UI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486525" y="5305425"/>
            <a:ext cx="48387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Built with Streamlit for a responsive, interactive experience from day one.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23950"/>
            <a:ext cx="11049000" cy="51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Portfolio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Risk Simulation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4895850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Our engine maps user risk profiles directly to simulated volatility indices.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71500" y="1604962"/>
            <a:ext cx="52006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Next-Gen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"What-If"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Analysis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71500" y="2881312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Stress-test your financial future. Users can instantly simulate market crashes or bull runs to see real-time portfolio adjustments.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57250" y="3757612"/>
            <a:ext cx="4667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Scenario-based logic testing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57250" y="4205287"/>
            <a:ext cx="4667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Instant feedback loops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57250" y="4652962"/>
            <a:ext cx="4667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Goal viability tracking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3662362"/>
            <a:ext cx="571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4110037"/>
            <a:ext cx="571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4557712"/>
            <a:ext cx="571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295275" y="2170807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Any </a:t>
            </a:r>
            <a:r>
              <a:rPr b="0" i="0" lang="en-US" sz="5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Questions?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309651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AI Personal Investment Advisor • GenAI Challenge 2024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71500" y="382994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Demo Ready: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Localhost Deployment Successful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425856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Engine: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Python / Streamlit / Groq / yFinance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95612"/>
            <a:ext cx="85725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528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 Sources</a:t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571500" y="28527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71500" y="3614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71500" y="3614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666875" y="30027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https://media.easy-peasy.ai/ce6b6505-9bab-4961-8bb8-990c99420b82/f1df071b-7f8e-41d1-80f4-90d2d9036320_medium.webp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1666875" y="32361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easy-peasy.ai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1666875" y="376713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https://media.istockphoto.com/id/880896732/vector/stock-market-revenue-graph-vector-illustration-green-numbers-column-uptrend-lines-trading.jpg?s=612x612&amp;w=0&amp;k=20&amp;c=pyCyAip2wS-YTnSS02o33JqLPZRUq_1YQDRzfyZtkE4=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1666875" y="418623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